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02B785-273B-48AC-A8C5-2B3BDDE75875}" type="datetimeFigureOut">
              <a:rPr lang="en-PH" smtClean="0"/>
              <a:t>11/03/2026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886F5-C56A-45BD-BA32-0A25FF441A9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6503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BC250-A89A-472D-8F16-26BF265464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A74952-F09E-41BF-921D-5619CBC41E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D4284-348D-48D2-97D1-73E3AACF4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2E6D-79A8-425D-BF26-36C887C66B09}" type="datetimeFigureOut">
              <a:rPr lang="en-PH" smtClean="0"/>
              <a:t>11/03/2026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42947-1667-412F-AE5B-CA45F8562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17727-B504-4556-801D-0996808EA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93EAB-9073-4497-9A0D-5EF873E01A5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75719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463B2-0B8C-4473-9699-07DCCB973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EC627-508D-4FF5-9EFF-D1FDF05A5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E73F9-090E-4B49-80ED-3D7849AAA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2E6D-79A8-425D-BF26-36C887C66B09}" type="datetimeFigureOut">
              <a:rPr lang="en-PH" smtClean="0"/>
              <a:t>11/03/2026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116C7-5D2B-4B8D-A871-52A762764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DFB36-A98F-4275-B2C0-F57077142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93EAB-9073-4497-9A0D-5EF873E01A5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54074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C0AB6-B004-47B0-9388-25B56135E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FA715-8CA4-4AC2-9608-874CD6FC1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C6DC7-FD56-4DCB-BD78-71CE044AF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2E6D-79A8-425D-BF26-36C887C66B09}" type="datetimeFigureOut">
              <a:rPr lang="en-PH" smtClean="0"/>
              <a:t>11/03/2026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9A033-7E52-4A96-95F9-D1EB7DDF2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2848A-21F1-4557-8F1D-8018744E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93EAB-9073-4497-9A0D-5EF873E01A5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59988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4DAE3-DF57-414A-A3BC-023AB81DE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D0766-1F75-4668-B942-BAAB3C1EE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FB64E4-71CE-4DFE-84A1-2D7213C31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FA61BD-0EE3-4334-B4F7-9CE88C837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2E6D-79A8-425D-BF26-36C887C66B09}" type="datetimeFigureOut">
              <a:rPr lang="en-PH" smtClean="0"/>
              <a:t>11/03/2026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C6AAA5-F3F4-440E-94FB-0E0E37FD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40B14-01E4-4F6B-BF11-216D23BF3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93EAB-9073-4497-9A0D-5EF873E01A5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76409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9374E-44A5-44DE-8DDB-BE95AA632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2AB2D-A984-4F97-8A1B-9A9757546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1AFAD-F304-40AA-9B22-02ECF70C2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951D21-26FD-4578-8A32-2AA3BB53C2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A617D0-807C-4F23-8F8A-A1C9856CB8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98E6A7-7600-4164-B34B-56B32092E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2E6D-79A8-425D-BF26-36C887C66B09}" type="datetimeFigureOut">
              <a:rPr lang="en-PH" smtClean="0"/>
              <a:t>11/03/2026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135E3F-53DF-48EF-B745-7B993387E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570D81-EC66-49D5-A6FF-12C7EBB97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93EAB-9073-4497-9A0D-5EF873E01A5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0095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23306-AE96-4034-A13D-056AC7E2D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F9643-D91A-4B29-A0DA-77F9E6127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2E6D-79A8-425D-BF26-36C887C66B09}" type="datetimeFigureOut">
              <a:rPr lang="en-PH" smtClean="0"/>
              <a:t>11/03/2026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E2A1D9-BA7B-45DF-BA87-E0B2212A1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BFA8E5-861E-4FB1-9DD5-A776C7BE5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93EAB-9073-4497-9A0D-5EF873E01A5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7330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BC292-9FE5-4DB4-A88B-D9B7CA27C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2E6D-79A8-425D-BF26-36C887C66B09}" type="datetimeFigureOut">
              <a:rPr lang="en-PH" smtClean="0"/>
              <a:t>11/03/2026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8778DF-1A7F-49FE-AE12-7EBD30D0A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1ED80-C71D-47C5-8111-5CCBEDA3F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93EAB-9073-4497-9A0D-5EF873E01A5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22785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775D3-0D82-4C84-81D2-ED5C3AA88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22754-ACB9-4E82-932B-DD19D196C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2AB69F-61BF-4A2E-AC22-BBFBBD5C06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5A57B4-B3EB-4502-BAF3-55AC30DC8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2E6D-79A8-425D-BF26-36C887C66B09}" type="datetimeFigureOut">
              <a:rPr lang="en-PH" smtClean="0"/>
              <a:t>11/03/2026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432646-4BB4-45C3-B633-1A48AFACF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44F5D4-15E0-4D49-94FD-0EC374069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93EAB-9073-4497-9A0D-5EF873E01A5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322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55362-8D1A-48D4-8DFE-9D7B91603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FF1861-1891-4C8E-BF37-76936F45D4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579484-6D3E-49C5-A34B-7D37CA04AB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10DEFF-3109-46B8-8910-F8B1522CE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2E6D-79A8-425D-BF26-36C887C66B09}" type="datetimeFigureOut">
              <a:rPr lang="en-PH" smtClean="0"/>
              <a:t>11/03/2026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98FE7-69BE-4F7E-ACF0-BA0AC21EA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439DC-6FF1-4C65-A78A-A3052A34F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93EAB-9073-4497-9A0D-5EF873E01A5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76898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8AACF-2ABA-459D-96AF-62BAF7AF9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1E7B21-4E24-4736-9D54-3576CA892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340EC-FD6C-4861-89F0-C57D01E86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2E6D-79A8-425D-BF26-36C887C66B09}" type="datetimeFigureOut">
              <a:rPr lang="en-PH" smtClean="0"/>
              <a:t>11/03/2026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AE3B4-F958-4DC0-BF2A-895FB35AF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BA738-2A44-4350-ABBD-65C285E25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93EAB-9073-4497-9A0D-5EF873E01A5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34017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FC14D2-FAF3-4106-9450-E6AA650F22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DB9944-0345-4AF8-A94D-15C38A097D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E5F72-D754-4BA9-8EB9-077AB3F24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2E6D-79A8-425D-BF26-36C887C66B09}" type="datetimeFigureOut">
              <a:rPr lang="en-PH" smtClean="0"/>
              <a:t>11/03/2026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83114-00F2-4D85-AE0B-4DEB3B9BD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BB84A-C34D-45E9-B68D-60A7BB2C9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93EAB-9073-4497-9A0D-5EF873E01A5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75050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">
  <p:cSld name="Custom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2000" cy="69029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5113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A32D04-DDF2-4385-9F1F-BA6ABBFD2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5B43E-EA9E-4FFF-9F2C-AEAE64EB4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A8DF5-C19C-4FF4-8AA3-9273F54A15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1F2E6D-79A8-425D-BF26-36C887C66B09}" type="datetimeFigureOut">
              <a:rPr lang="en-PH" smtClean="0"/>
              <a:t>11/03/2026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E8C94-ADFD-4CBE-A77E-FE434545CD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4BB8B-C920-4B50-B314-22EE5D66F8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93EAB-9073-4497-9A0D-5EF873E01A5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11816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3"/>
          <p:cNvSpPr/>
          <p:nvPr/>
        </p:nvSpPr>
        <p:spPr>
          <a:xfrm>
            <a:off x="4059151" y="1664983"/>
            <a:ext cx="2208670" cy="2319390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6667" r="-16667"/>
            </a:stretch>
          </a:blipFill>
          <a:ln>
            <a:noFill/>
          </a:ln>
        </p:spPr>
      </p:sp>
      <p:grpSp>
        <p:nvGrpSpPr>
          <p:cNvPr id="341" name="Google Shape;341;p23"/>
          <p:cNvGrpSpPr/>
          <p:nvPr/>
        </p:nvGrpSpPr>
        <p:grpSpPr>
          <a:xfrm>
            <a:off x="1620578" y="402380"/>
            <a:ext cx="3784928" cy="1128478"/>
            <a:chOff x="0" y="-9525"/>
            <a:chExt cx="7830363" cy="2334625"/>
          </a:xfrm>
        </p:grpSpPr>
        <p:sp>
          <p:nvSpPr>
            <p:cNvPr id="342" name="Google Shape;342;p23"/>
            <p:cNvSpPr txBox="1"/>
            <p:nvPr/>
          </p:nvSpPr>
          <p:spPr>
            <a:xfrm>
              <a:off x="0" y="-9525"/>
              <a:ext cx="7830363" cy="20693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just" rtl="0">
                <a:lnSpc>
                  <a:spcPct val="10103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866" b="1" dirty="0">
                  <a:solidFill>
                    <a:srgbClr val="13222B"/>
                  </a:solidFill>
                  <a:latin typeface="Arial"/>
                  <a:ea typeface="Arial"/>
                  <a:cs typeface="Arial"/>
                  <a:sym typeface="Arial"/>
                </a:rPr>
                <a:t>E-101</a:t>
              </a:r>
              <a:endParaRPr dirty="0"/>
            </a:p>
            <a:p>
              <a:pPr marL="0" marR="0" lvl="0" indent="0" algn="just" rtl="0">
                <a:lnSpc>
                  <a:spcPct val="101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866" b="1" dirty="0">
                <a:solidFill>
                  <a:srgbClr val="13222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23"/>
            <p:cNvSpPr txBox="1"/>
            <p:nvPr/>
          </p:nvSpPr>
          <p:spPr>
            <a:xfrm>
              <a:off x="0" y="1104689"/>
              <a:ext cx="7154692" cy="12204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just" rtl="0">
                <a:lnSpc>
                  <a:spcPct val="1180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866" b="1">
                  <a:solidFill>
                    <a:srgbClr val="005B52"/>
                  </a:solidFill>
                  <a:latin typeface="Arial"/>
                  <a:ea typeface="Arial"/>
                  <a:cs typeface="Arial"/>
                  <a:sym typeface="Arial"/>
                </a:rPr>
                <a:t>Specifications</a:t>
              </a:r>
              <a:endParaRPr/>
            </a:p>
          </p:txBody>
        </p:sp>
      </p:grpSp>
      <p:sp>
        <p:nvSpPr>
          <p:cNvPr id="344" name="Google Shape;344;p23"/>
          <p:cNvSpPr/>
          <p:nvPr/>
        </p:nvSpPr>
        <p:spPr>
          <a:xfrm>
            <a:off x="1620578" y="1700266"/>
            <a:ext cx="2284107" cy="2284107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6667" r="-16667"/>
            </a:stretch>
          </a:blipFill>
          <a:ln>
            <a:noFill/>
          </a:ln>
        </p:spPr>
      </p:sp>
      <p:graphicFrame>
        <p:nvGraphicFramePr>
          <p:cNvPr id="345" name="Google Shape;345;p23"/>
          <p:cNvGraphicFramePr/>
          <p:nvPr/>
        </p:nvGraphicFramePr>
        <p:xfrm>
          <a:off x="6422287" y="143695"/>
          <a:ext cx="4404975" cy="656425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8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6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07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Main Specifications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JEX-E101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075">
                <a:tc rowSpan="9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Vehicle Parameters</a:t>
                      </a:r>
                      <a:endParaRPr dirty="0"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Overall Dimensions (mm)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6,016 x 1,908 x 2,512 </a:t>
                      </a:r>
                      <a:endParaRPr sz="1200" b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9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Wheelbase (mm)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3,099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9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Front/Rear Overhang (mm)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1,574 / 1,164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9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Gross Vehicle Weight (kg)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4,317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9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Curb Weight (kg)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2,592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9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Seating Capacity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22+1 Driver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9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 Speed (km/h)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 km/h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9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Driving Range (km)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 km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9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 Climb slope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10%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9950">
                <a:tc row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Power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Battery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Manufacturer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CALB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9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Capacity (kWh)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52 kWh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9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Cooling Method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Natural Cooling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2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Built in with remote monitoring control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9950">
                <a:tc row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Motor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Propulsion method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Pure Electric (RWD)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39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Motor Type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 Asynchronous motor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39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Integration Setup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Integrated rear drive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99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Cooling Method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Natural cooling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39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Rated power (Kw)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 kW (20 hp)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6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Steering System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Steering Gear Type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Electric Power Steering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362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Suspension System 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Leaf Springs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leaves (Front and Rear)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83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Brake System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Regenerative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Front &amp; Rear Drum Brakes</a:t>
                      </a:r>
                      <a:endParaRPr dirty="0"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pic>
        <p:nvPicPr>
          <p:cNvPr id="346" name="Google Shape;346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31564" y="4129076"/>
            <a:ext cx="4564436" cy="25674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</Words>
  <Application>Microsoft Office PowerPoint</Application>
  <PresentationFormat>Widescreen</PresentationFormat>
  <Paragraphs>53</Paragraphs>
  <Slides>1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Labaon</dc:creator>
  <cp:lastModifiedBy>John Labaon</cp:lastModifiedBy>
  <cp:revision>1</cp:revision>
  <dcterms:created xsi:type="dcterms:W3CDTF">2026-03-11T00:20:30Z</dcterms:created>
  <dcterms:modified xsi:type="dcterms:W3CDTF">2026-03-11T00:20:50Z</dcterms:modified>
</cp:coreProperties>
</file>